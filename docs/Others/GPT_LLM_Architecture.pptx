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GPT-like LLM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Production-grade system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Tokenizer</a:t>
            </a:r>
          </a:p>
          <a:p>
            <a:r>
              <a:t>Embedding</a:t>
            </a:r>
          </a:p>
          <a:p>
            <a:r>
              <a:t>Transformer (Decoder-only)</a:t>
            </a:r>
          </a:p>
          <a:p>
            <a:r>
              <a:t>Output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Pipeline</a:t>
            </a:r>
          </a:p>
          <a:p>
            <a:r>
              <a:t>Tokenization</a:t>
            </a:r>
          </a:p>
          <a:p>
            <a:r>
              <a:t>Distributed GPU Training</a:t>
            </a:r>
          </a:p>
          <a:p>
            <a:r>
              <a:t>Parallelism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Forward Pass</a:t>
            </a:r>
          </a:p>
          <a:p>
            <a:r>
              <a:t>Autoregressive Decoding</a:t>
            </a:r>
          </a:p>
          <a:p>
            <a:r>
              <a:t>KV Cache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</a:t>
            </a:r>
          </a:p>
          <a:p>
            <a:r>
              <a:t>API Gateway</a:t>
            </a:r>
          </a:p>
          <a:p>
            <a:r>
              <a:t>Orchestrator</a:t>
            </a:r>
          </a:p>
          <a:p>
            <a:r>
              <a:t>LLM Inference</a:t>
            </a:r>
          </a:p>
          <a:p>
            <a:r>
              <a:t>Safety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Embedding Model</a:t>
            </a:r>
          </a:p>
          <a:p>
            <a:r>
              <a:t>Vector DB</a:t>
            </a:r>
          </a:p>
          <a:p>
            <a:r>
              <a:t>Retrieval</a:t>
            </a:r>
          </a:p>
          <a:p>
            <a:r>
              <a:t>Re-ranking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Routing</a:t>
            </a:r>
          </a:p>
          <a:p>
            <a:r>
              <a:t>Prompt Construction</a:t>
            </a:r>
          </a:p>
          <a:p>
            <a:r>
              <a:t>Agent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</a:t>
            </a:r>
          </a:p>
          <a:p>
            <a:r>
              <a:t>GPU Nodes</a:t>
            </a:r>
          </a:p>
          <a:p>
            <a:r>
              <a:t>Autoscaling</a:t>
            </a:r>
          </a:p>
          <a:p>
            <a:r>
              <a:t>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Routing</a:t>
            </a:r>
          </a:p>
          <a:p>
            <a:r>
              <a:t>Caching</a:t>
            </a:r>
          </a:p>
          <a:p>
            <a:r>
              <a:t>Batching</a:t>
            </a:r>
          </a:p>
          <a:p>
            <a:r>
              <a:t>Quantization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+ RAG + Tools + Safety + Infra = Production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