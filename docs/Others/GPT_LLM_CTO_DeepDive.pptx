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CTO Deep Dive: GPT-like LLM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architecture</a:t>
            </a:r>
          </a:p>
          <a:p>
            <a:r>
              <a:t>Training, inference, infra, cost</a:t>
            </a:r>
          </a:p>
          <a:p>
            <a:r>
              <a:t>Production-grade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Decoder-only Transformer</a:t>
            </a:r>
          </a:p>
          <a:p>
            <a:r>
              <a:t>Self-attention + FFN layers</a:t>
            </a:r>
          </a:p>
          <a:p>
            <a:r>
              <a:t>Autoregressive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Pass (Single 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 → Embedding</a:t>
            </a:r>
          </a:p>
          <a:p>
            <a:r>
              <a:t>Attention computation</a:t>
            </a:r>
          </a:p>
          <a:p>
            <a:r>
              <a:t>Logits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Autoregressive Decoding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 over forward pass</a:t>
            </a:r>
          </a:p>
          <a:p>
            <a:r>
              <a:t>Top-p / temperature sampling</a:t>
            </a:r>
          </a:p>
          <a:p>
            <a:r>
              <a:t>Streaming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ingestion (TB–PB scale)</a:t>
            </a:r>
          </a:p>
          <a:p>
            <a:r>
              <a:t>Tokenization</a:t>
            </a:r>
          </a:p>
          <a:p>
            <a:r>
              <a:t>Distributed training (GPU clusters)</a:t>
            </a:r>
          </a:p>
          <a:p>
            <a:r>
              <a:t>Loss: Cross-entropy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Parallelism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parallelism</a:t>
            </a:r>
          </a:p>
          <a:p>
            <a:r>
              <a:t>Model parallelism</a:t>
            </a:r>
          </a:p>
          <a:p>
            <a:r>
              <a:t>Pipeline parallelism</a:t>
            </a:r>
          </a:p>
          <a:p>
            <a:r>
              <a:t>Tensor parallelism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→ Orchestrator → LLM</a:t>
            </a:r>
          </a:p>
          <a:p>
            <a:r>
              <a:t>KV cache optimization</a:t>
            </a:r>
          </a:p>
          <a:p>
            <a:r>
              <a:t>Batching + streaming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 model</a:t>
            </a:r>
          </a:p>
          <a:p>
            <a:r>
              <a:t>Vector DB (FAISS/Milvus)</a:t>
            </a:r>
          </a:p>
          <a:p>
            <a:r>
              <a:t>Top-k retrieval + re-ranking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construction</a:t>
            </a:r>
          </a:p>
          <a:p>
            <a:r>
              <a:t>Routing (small vs large model)</a:t>
            </a:r>
          </a:p>
          <a:p>
            <a:r>
              <a:t>Agent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integrations</a:t>
            </a:r>
          </a:p>
          <a:p>
            <a:r>
              <a:t>Function calling</a:t>
            </a:r>
          </a:p>
          <a:p>
            <a:r>
              <a:t>External data 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 (context window)</a:t>
            </a:r>
          </a:p>
          <a:p>
            <a:r>
              <a:t>Long-term (vector DB)</a:t>
            </a:r>
          </a:p>
          <a:p>
            <a:r>
              <a:t>Summarization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moderation</a:t>
            </a:r>
          </a:p>
          <a:p>
            <a:r>
              <a:t>Output filtering</a:t>
            </a:r>
          </a:p>
          <a:p>
            <a:r>
              <a:t>RLHF / policy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(Cloud)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/ Azure GPU clusters</a:t>
            </a:r>
          </a:p>
          <a:p>
            <a:r>
              <a:t>Kubernetes orchestration</a:t>
            </a:r>
          </a:p>
          <a:p>
            <a:r>
              <a:t>Autoscaling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(On-Prem)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GPU clusters (A100/H100)</a:t>
            </a:r>
          </a:p>
          <a:p>
            <a:r>
              <a:t>InfiniBand networking</a:t>
            </a:r>
          </a:p>
          <a:p>
            <a:r>
              <a:t>High CAPEX, low OPEX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routing</a:t>
            </a:r>
          </a:p>
          <a:p>
            <a:r>
              <a:t>Caching</a:t>
            </a:r>
          </a:p>
          <a:p>
            <a:r>
              <a:t>Quantization</a:t>
            </a:r>
          </a:p>
          <a:p>
            <a:r>
              <a:t>Batching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KV cache</a:t>
            </a:r>
          </a:p>
          <a:p>
            <a:r>
              <a:t>Speculative decoding</a:t>
            </a:r>
          </a:p>
          <a:p>
            <a:r>
              <a:t>Efficient kernels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Logging + tracing</a:t>
            </a:r>
          </a:p>
          <a:p>
            <a:r>
              <a:t>Latency monitoring</a:t>
            </a:r>
          </a:p>
          <a:p>
            <a:r>
              <a:t>Token usage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Horizontal scaling</a:t>
            </a:r>
          </a:p>
          <a:p>
            <a:r>
              <a:t>Multi-region deployment</a:t>
            </a:r>
          </a:p>
          <a:p>
            <a:r>
              <a:t>Failover + redundancy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Hallucination</a:t>
            </a:r>
          </a:p>
          <a:p>
            <a:r>
              <a:t>Cost explosion</a:t>
            </a:r>
          </a:p>
          <a:p>
            <a:r>
              <a:t>Latency spikes</a:t>
            </a:r>
          </a:p>
          <a:p>
            <a:r>
              <a:t>Security risks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CTO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= core engine</a:t>
            </a:r>
          </a:p>
          <a:p>
            <a:r>
              <a:t>System = orchestration + infra</a:t>
            </a:r>
          </a:p>
          <a:p>
            <a:r>
              <a:t>Optimization = competitive advantage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